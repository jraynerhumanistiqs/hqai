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HUMANISTIQS  /  HQ.AI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modelling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options, the numbers, and the recommendation - for sign-off.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384048" cy="384048"/>
          </a:xfrm>
          <a:prstGeom prst="ellipse">
            <a:avLst/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4434840"/>
            <a:ext cx="384048" cy="384048"/>
          </a:xfrm>
          <a:prstGeom prst="ellipse">
            <a:avLst/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6816" y="4434840"/>
            <a:ext cx="384048" cy="384048"/>
          </a:xfrm>
          <a:prstGeom prst="ellipse">
            <a:avLst/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23744" y="4434840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44348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once   to   Subscribe   to   Done-for-you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briefing  -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a customer pays us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Pay once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724912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HR documents from $25. No sign-up. Buy a single letter when you need 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4572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$25 - $79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16552" y="201168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0872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Subscribe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90872" y="2724912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software. HR help, hiring help, or both. The business runs it itself.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90872" y="4572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$59 - $269 / mo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10144" y="201168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84464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Done-for-you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84464" y="2724912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Humanistiqs advisor runs the hard HR (HR365) or hiring (Recruit365). AI does the admin.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84464" y="4572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$799 / mo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customer can climb from one rung to the next as they grow.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PLAIN-ENGLISH PRIMER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words you'll see in this deck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(an AI action)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724912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prepaid usage allowance, like data on a phone plan. One AI question is about one credit. Each plan includes a monthly bucket; heavy users can top up cheaply.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16552" y="201168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90872" y="2724912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left after the cost to deliver. Charge $89, cost about $9 to run, that is roughly 90% margin - very healthy for software.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0144" y="201168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84464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seat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84464" y="2724912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per login or user. Common in software, but it punishes a growing team. We are moving away from it - page 10.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ECONOMICS, SIMPLY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run, so the margins are high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2286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~1.5c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2999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AI question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566160" y="2286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c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566160" y="2999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document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2286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85-95%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263640" y="2999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software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0" y="2286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961120" y="2999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on one-off docs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46451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catch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99262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costs: hiring screens (video interviews) and human advisor time in HR365/Recruit365. Both are handled - we meter the screens, and we cap the advisor hours (page 8 and 12).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KEEP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each dollar we keep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15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  <a:gridCol w="2468880"/>
                <a:gridCol w="27432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Heavy-use 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cost driver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 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fees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People  $59-$179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little AI usage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Recruit add-on  $40-$120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Hiring screens - the dear bit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(both)  $89 / $269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hiring usage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HR365 human  from $799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~32% if fully 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advisor's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Recruit365 human  from $899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recruiter's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89204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23262B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is extremely profitable. We isolate the two expensive bits - hiring screens (metered) and advisor time (hours capped, $250/hr beyond).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 ON PRICE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the usual options</a:t>
            </a:r>
            <a:endParaRPr lang="en-US" sz="3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9456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2651760"/>
                <a:gridCol w="2560320"/>
                <a:gridCol w="21031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business with...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HQ.ai (both)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Per-employee HR software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traditional HR retainer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save vs retainer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staff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~$290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~$850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~$760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staff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~$1,450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~$1,500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~$1,230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Per-employee software and retainers get pricier as you grow. Our flat price does not. (Market figures are typical, illustrative.)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1  -  PAY ONCE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documents, no sign-up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6309360" cy="3840480"/>
          </a:xfrm>
          <a:prstGeom prst="roundRect">
            <a:avLst>
              <a:gd name="adj" fmla="val 2381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of Offer  (the hero)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0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letters and forms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0" y="2743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$29 - $39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/ PIP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0" y="3246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Contract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7280" y="4251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Pack  (ad + PD + contract)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0" y="4251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47548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Pack  (warning + termination)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0" y="4754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5257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3 documents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0" y="5257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2011680"/>
            <a:ext cx="3931920" cy="1783080"/>
          </a:xfrm>
          <a:prstGeom prst="roundRect">
            <a:avLst>
              <a:gd name="adj" fmla="val 5128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0" y="2212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680960" y="27249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way to win a first customer. About 97% margin. A taste that leads to a subscription.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6640" y="3977640"/>
            <a:ext cx="3931920" cy="1874520"/>
          </a:xfrm>
          <a:prstGeom prst="roundRect">
            <a:avLst>
              <a:gd name="adj" fmla="val 4878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0" y="4178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 we accept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680960" y="4690872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paying subscriber gets these included anyway. That is fine - one-off docs are for people who have not joined yet.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2  -  SUBSCRIBE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what you need: HR, hiring, or both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People  -  HR help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724912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HR advisor, 33 documents and award help. The everyday HR product, used all year.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4434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  (up to 25)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$179  (up to 150)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6552" y="201168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0872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Recruit  -  hiring help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90872" y="2724912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CVs, run video and phone interviews, build a shortlist. A metered add-on, paid when you hire.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90872" y="4434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$40 / mo  (1 role)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  (unlimited roles)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10144" y="201168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84464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 -  Complete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84464" y="2724912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People + HQ Recruit together, at a discount. Best value and our most popular plan.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84464" y="44348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  Solo Complete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$269  Business Complete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669280"/>
            <a:ext cx="10515600" cy="685800"/>
          </a:xfrm>
          <a:prstGeom prst="roundRect">
            <a:avLst>
              <a:gd name="adj" fmla="val 13333"/>
            </a:avLst>
          </a:prstGeom>
          <a:solidFill>
            <a:srgbClr val="23262B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57881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at sign-up: HR help, hiring help, or both? </a:t>
            </a:r>
            <a:pPr indent="0" marL="0">
              <a:buNone/>
            </a:pPr>
            <a:r>
              <a:rPr lang="en-US" sz="135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 keeps today's familiar $89 / $269 prices. Unlimited logins. 14-day free trial, no card.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SPLIT HR FROM HIRING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reasons it is fairer and safer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hire only now and then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907792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small business does HR all year, but hires a few times a year. Charging everyone for hiring all year is poor value for the many who rarely hire.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is our dearest feature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92240" y="2907792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and phone interviews cost real money to run (far more than a chat question). Metering hiring keeps those costs covered without taxing the HR-only customer.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the HR-only customer pays less, heavy hirers pay their share, and both-needers get the bundle. Fairer for them, safer for us.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DECISION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on team size and usage, not logins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way: per seat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907792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every login. A growing pub pays more just for adding staff to the tool. It feels like a tax on growing - the wrong signal.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way: team size + usage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92240" y="29718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 for your team size (up to 25, up to 150).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logins - never charged per person.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monthly usage allowance underneath.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Owner-operators think "I run a 12-person pub", not "I have 12 software seats".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FOR LIGHT AND HEAVY USERS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allowances flex to demand</a:t>
            </a:r>
            <a:endParaRPr lang="en-US" sz="3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651760"/>
                <a:gridCol w="164592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usage included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you move 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People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25 / 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/ 1,500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 / $179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hiring, or grow the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(both)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25 / 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generous, all-in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 / $269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Sustained heavy use -&gt; a bigger step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+500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Automatic, so you never hit a wall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572000"/>
            <a:ext cx="10515600" cy="1325880"/>
          </a:xfrm>
          <a:prstGeom prst="roundRect">
            <a:avLst>
              <a:gd name="adj" fmla="val 6897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47365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slider works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508406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quiet office and a busy venue of the same size pay differently - matched to use. Run low, stay low. Need more, top up automatically. Sustained heavy use nudges you up a step (with notice).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3  -  DONE-FOR-YOU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HR365 and Recruit365: our advisor plus the AI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6309360" cy="3566160"/>
          </a:xfrm>
          <a:prstGeom prst="roundRect">
            <a:avLst>
              <a:gd name="adj" fmla="val 2564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3042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816352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HR365 gives you a named Humanistiqs HR advisor on call (preset on-call advice). Recruit365 is the recruitment equivalent. The AI handles the admin; the human handles the hard 20%.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40690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HR365 - from $799 / mo (3 advisor hours)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Recruit365 - from ~$899 / mo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- combined option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6640" y="210312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0" y="23042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watch-out for us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80960" y="265176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offer where the real cost is OUR time. A typical (lightly used) month runs ~63% margin; a fully-used 3-hour month ~32%. We hold the included hours and charge $250/hour beyond - and lean on the AI for the admin.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MODELLING OPTIONS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ways we could price it</a:t>
            </a:r>
            <a:endParaRPr lang="en-US" sz="3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60704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868680"/>
                <a:gridCol w="1005840"/>
                <a:gridCol w="1828800"/>
                <a:gridCol w="960120"/>
                <a:gridCol w="868680"/>
                <a:gridCol w="82296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included by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 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nothing (today)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seats 3 / 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drop seats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Anchored Ladder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 (chase signups)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Margin-first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size, tighter 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simple price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size, fair-use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Foundation-led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scale (demand)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$269-$379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size + demand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A8A8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D977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+ Bundle  (our pick)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$59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$269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split: HR / hiring / both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6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5F5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62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keep the $25 one-off and the human layer on top. Our pick (C10) lowers the entry, isolates the hiring cost, and keeps the $89/$269 bundle anchors.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People and Recruit, keep the bundle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-  Split + Bundle (C10)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People $59 / $179 (HR-only entry)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Recruit add-on $40 / $120 (metered)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keeps $89 / $269 anchors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HR365 / Recruit365 from $799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395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 -  add the sliding scale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92240" y="2907792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pilot shows how customers really use it, add automatic top-ups and a heavier-usage step. The data tells us where to set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349240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349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$25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26080" y="5349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5349240"/>
            <a:ext cx="2103120" cy="640080"/>
          </a:xfrm>
          <a:prstGeom prst="roundRect">
            <a:avLst>
              <a:gd name="adj" fmla="val 50000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5349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People $59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23560" y="5349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534924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5349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$89-$269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5349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5349240"/>
            <a:ext cx="2423160" cy="640080"/>
          </a:xfrm>
          <a:prstGeom prst="roundRect">
            <a:avLst>
              <a:gd name="adj" fmla="val 50000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5349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HR365 $799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UPSIDE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model is commercially sound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697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at 100 customers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237744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697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~$1.1m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9224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at 500 customers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10515600" cy="1188720"/>
          </a:xfrm>
          <a:prstGeom prst="roundRect">
            <a:avLst>
              <a:gd name="adj" fmla="val 7692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that is software revenue at 85%+ margin, topped up by one-off docs and the higher-value HR365 / Recruit365 work.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founder modelling - not a forecast.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4672" y="7863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sign off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2E2620"/>
          </a:solidFill>
          <a:ln w="12700">
            <a:solidFill>
              <a:srgbClr val="D97757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3500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Adopt the C10 ladder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2862072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People $59 / $179, HQ Recruit add-on $40 / $120, Bundle $89 / $269. One-off docs $25-$79.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5387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Drop per-seat pricing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97280" y="4050792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on team size and usage instead, with unlimited logins for everyone.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52628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1C1E22"/>
          </a:solidFill>
          <a:ln w="12700">
            <a:solidFill>
              <a:srgbClr val="2A2D3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47274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HR365 / Recruit365 from $799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97280" y="5239512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human advisor on call; included hours capped, $250/hour beyond, to protect our margin.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 -&gt;  we set it live for the pilot  -&gt;  we watch real usage  -&gt;  we fine-tune.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HQ.ai Price Modelling</dc:title>
  <dc:subject>PptxGenJS Presentation</dc:subject>
  <dc:creator>Humanistiqs</dc:creator>
  <cp:lastModifiedBy>Humanistiqs</cp:lastModifiedBy>
  <cp:revision>1</cp:revision>
  <dcterms:created xsi:type="dcterms:W3CDTF">2026-06-23T21:31:13Z</dcterms:created>
  <dcterms:modified xsi:type="dcterms:W3CDTF">2026-06-23T21:31:13Z</dcterms:modified>
</cp:coreProperties>
</file>