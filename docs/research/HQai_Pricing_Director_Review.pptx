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1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Humanistiqs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v2 + Enterprise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Review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consolidated view of the May 2026 pricing rebuild: Solo and Business tiers, Foundation 100 offer, the Enterprise tier, and the sliding-scale multipliers that flex Enterprise on real cost-to-serve drivers.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Jimmy Rayner   |   For: Humanistiqs Directors   |   May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+ HQ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Intelligence + Judgement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changed since the last brief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468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v2 shipped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$89, Business $249 replaced the old $99/$199/$379 trio. Foundation 100 locks Business at $179/mo for life on a 12-month commit, capped at 100 customers.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468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launched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3317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SKUs at $1,495 / $2,995 / $3,995 per month annual-equivalent. Annual contract or month-to-month at a ~17% premium with 30 days notice. Sales-assisted via /enterprise.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468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 added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flexes on three published, stepped dimensions: headcount band, hiring volume, entity complexity. Customer self-calculates. No quotes-per-deal.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stack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73152" cy="5029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(Full)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$3,995/mo annual or $4,495/mo monthly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surfaces. One partner team.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73152" cy="5029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(Recruit)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$2,995/mo annual or $3,495/mo monthly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Talent Partner. Up to 4 concurrent roles.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73152" cy="5029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(People)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$1,495/mo annual or $1,795/mo monthly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Humanistiqs Advisor. 2 calls + business-day SLA.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7F7F2"/>
          </a:solidFill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8580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$249/mo or $2,490/yr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seats, 2,500 credits, unlimited recruit. Most popular.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7F7F2"/>
          </a:solidFill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$89/mo or $890/yr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seats, 500 credits, 1 active recruit role.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subscription on Solo + Business. Sales-assisted (founder-led discovery call) for Enterprise. One-off marketplace SKUs from $25-$49 sit alongside as no-signup utility purchases.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SELF-SERVE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and Business tiers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690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your DIY policy 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$89/mo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$890/yr (saves 2 months)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seats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493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AI credits/mo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3989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7398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active recruit role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9867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9867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 (100 docs)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2336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2336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advisor escalation at $80/session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1600200"/>
            <a:ext cx="40690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7635240" y="1463040"/>
            <a:ext cx="1051560" cy="2743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63524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4632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your $850/mo Employsure retainer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$249/mo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84632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$2,490/yr (saves 2 months)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2461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seats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493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4930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AI credits/mo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73989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7398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recruit roles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9867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9867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document library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2336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42336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30-min onboarding call. Most popular.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of Business features, 200 credits to spend, no card required.   Overage credits: $20 = 500 credits, top-up on either tier.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EARLY-COHORT OFFER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100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199" y="1691640"/>
            <a:ext cx="33819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9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9659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customers to sign Business tier on a 12-month annual commit lock the rate at $179/month for life.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468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$249/mo standard. Saves $840/yr on year one, locked at $2,148/yr forever even if we raise prices.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971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perks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Lifetime-locked $179/mo (saving $840/yr indefinitely)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Slack channel and monthly cohort call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access to every new module (Hospitality, Trades, Allied Health Packs from 2027)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on the Foundation 100 wall on the marketing site (opt-in)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ENTERPRISE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plus HQ - the human-advisor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is where HQ.ai stops being a tool and starts being a partner. A Humanistiqs Advisor or Talent Partner embeds into the business; the AI is their leverage, not the product.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People Enterprise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advisor on the line for the hard 20% of HR.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$1,495/mo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$17,940/yr annual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$1,795/mo monthly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40-150 staff. Office Manager or Operations Lead carrying HR on the side.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224028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3337560" y="224028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35204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Recruit Enterprise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Talent Partner running your hiring funnel. Not a recruiter, not an agency.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$2,995/mo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$35,940/yr annual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$3,495/mo monthly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50-250 staff. Hires 12-60 roles/yr. Tired of agency fees, will not hire internal recruiter.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240280"/>
            <a:ext cx="24688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217920" y="224028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40080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Enterprise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+ Recruit. Single partner team. Operating layer for both functions.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$3,995/mo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$47,940/yr annual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$4,495/mo monthly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80-250 staff. Both shapes of problem. Most chosen.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hard cap: 10 partnerships total. Published as scarcity signal AND service-quality protection. Inaugural concession: first 5 customers get $200/mo off in exchange for a public case study.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BILLING CYCLE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or month-to-month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People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$1,495/mo, $17,940/yr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$1,795/mo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$3,600/yr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Recruit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$2,995/mo, $35,940/yr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$3,495/mo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$3,995/mo, $47,940/yr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$4,495/mo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$5,940/yr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5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6858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11680" y="373075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is the anchor and the calendar-reservation-aligned choice. Month-to-month carries a ~17% premium (inverse of the Solo/Business annual discount band) with 30 days cancellation notice. Notice period protects the advisor calendar against same-day disappearances. Both routed via Stripe Invoicing; founder picks the right Price ID at engagement-letter signing.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SLIDING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published multipliers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price is the headline. Three published multipliers flex Enterprise on the dimensions that actually drive advisor and talent-partner workload. Customer can self-calculate before the discovery call. No negotiation.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468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40-150 staff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151-250 staff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+$400 / +$300 / +$650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251-500 staff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19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staff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3419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tier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per People / Recruit / Full per month.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2057400"/>
            <a:ext cx="2468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3337560" y="205740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35204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volume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2542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concurrent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concurrent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+$750/mo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 concurrent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+$1,500/mo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3419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concurrent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419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Hiring quoted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+ Full only. Roughly 50/70/90/100+ closures/yr.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057400"/>
            <a:ext cx="2468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6217920" y="205740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40080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complexity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2542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entities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35240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of base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entities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35240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of base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3419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entities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35240" y="3419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tier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variant. Entity uplift calculated against base alone, not running subtotal.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are sticky at signing. We re-price at each annual anniversary with 60 days notice. Mid-contract growth into a higher band does not trigger a mid-cycle re-price.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WORKED EXAMPLES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maths actually plays 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73152" cy="1554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200-staff single-entity allied health. People Enterprise.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$1,495 + headcount $400 + volume n/a + entity $0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$1,895/mo annual ($22,740/yr)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6002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73152" cy="1554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75-staff franchise group of 4 cafes. Full Enterprise.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$3,995 + headcount $0 + volume $0 + entity 25% of base $999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$4,994/mo annual ($59,928/yr)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73152" cy="1554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858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120-staff scaling tech, ~75 roles/yr, 6 concurrent. Recruit Enterprise.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$2,995 + headcount $0 + volume $750 + entity $0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$3,745/mo annual ($44,940/yr) - vs RPO at $150k/yr, still 3.3x cheaper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31012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617720" y="3310128"/>
            <a:ext cx="73152" cy="1554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84632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220-staff multi-state retail, 3 entities, ~65 roles/yr. Full Enterprise.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$3,995 + headcount $650 + volume $750 + entity 15% of base $599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$5,994/mo annual ($71,928/yr) - upper end of standard band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model and sales motion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capacity envelope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411480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Jimmy (founder)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 People 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Advisor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People 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Talent 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 Recruit 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Year-1 hard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customers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motion - founder-led, no team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87452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48463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8"/>
          <p:cNvSpPr/>
          <p:nvPr/>
        </p:nvSpPr>
        <p:spPr>
          <a:xfrm>
            <a:off x="5349240" y="18379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Enterprise card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49240" y="20391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Solo/Business + Enterprise visible on /pricing.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244144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484632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49240" y="2404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/enterprise page + inquiry form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49240" y="26060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variants, multiplier schedule, self-calculation.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0" y="3008376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484632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49240" y="2971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discovery call (48h)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49240" y="31729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runs first 10 personally. 30 minutes.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0" y="3575304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484632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35387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doc + Stripe Invoice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9240" y="37398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business days. Signed within 14 days typical.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46320" y="4142232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484632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349240" y="4105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onboarding sprint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49240" y="43068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walkthrough, knowledge ingestion, cadence locked by day 21.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7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THE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ARR and gross margin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690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2026 - Apr 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$305,400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GM ($72,120)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absolute margin. Strategically priceless.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named partnerships, 3-5 published case studies, 20-30 warm referrals into Business tier.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00200"/>
            <a:ext cx="40690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2027 - Apr 2028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$855,000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GM ($290,700)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lift via second-round hires + bench maturity.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no longer the bottleneck; contractors mature into more customers per FTE; overage revenue compounds (~12% buy at least one overage/qtr).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protected by capacity discipline. Hard 4-customer cap per Talent Partner; "intensive month" mechanic twice per advisor per year; mandatory quarterly utilisation review.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3152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sign-off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9525">
            <a:solidFill>
              <a:srgbClr val="E6E5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allocation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01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Jimmy is good to allocate 0.4 FTE to Enterprise delivery for the next 12 months. If only 0.3 FTE, year-1 cap drops from 10 to 8.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1671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Humanistiqs Advisor hire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 the senior ex-HR Director contract hire (~$120k/yr loaded) at the moment customer 9 signs. Lead time on senior contract placement is 6-10 weeks.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5720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7706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Talent Partner hire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0083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 the senior ex-TA Lead contract hire (~$100k/yr loaded) on the same trigger.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572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3741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Inaugural-customer concession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611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the first-5-customers $200/mo discount in exchange for a public case study with named business and dollar saving. After customer 5, no discounting.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14216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5720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9776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insurance + capacity-cap publication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2153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professional indemnity policy covers advisory work. Green-light publishing the 10-partnerships cap on the public /enterprise page as scarcity signal.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F7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5720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HQ.ai Pricing - Director Review - May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9377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1891</Words>
  <Application>Microsoft Office PowerPoint</Application>
  <PresentationFormat>On-screen Show (16:9)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HQ.ai Pricing - Director Review (May 2026)</dc:title>
  <dc:subject>Director review of HQ.ai pricing v2 + Enterprise tier</dc:subject>
  <dc:creator>Jimmy Rayner</dc:creator>
  <cp:lastModifiedBy>James Rayner</cp:lastModifiedBy>
  <cp:revision>2</cp:revision>
  <dcterms:created xsi:type="dcterms:W3CDTF">2026-05-21T08:03:40Z</dcterms:created>
  <dcterms:modified xsi:type="dcterms:W3CDTF">2026-05-22T03:39:48Z</dcterms:modified>
</cp:coreProperties>
</file>